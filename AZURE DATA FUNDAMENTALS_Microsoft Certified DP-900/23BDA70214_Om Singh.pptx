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3"/>
  </p:notesMasterIdLst>
  <p:handoutMasterIdLst>
    <p:handoutMasterId r:id="rId14"/>
  </p:handoutMasterIdLst>
  <p:sldIdLst>
    <p:sldId id="277" r:id="rId3"/>
    <p:sldId id="291" r:id="rId4"/>
    <p:sldId id="328" r:id="rId5"/>
    <p:sldId id="329" r:id="rId6"/>
    <p:sldId id="330" r:id="rId7"/>
    <p:sldId id="331" r:id="rId8"/>
    <p:sldId id="332" r:id="rId9"/>
    <p:sldId id="333" r:id="rId10"/>
    <p:sldId id="284" r:id="rId11"/>
    <p:sldId id="279" r:id="rId12"/>
  </p:sldIdLst>
  <p:sldSz cx="12192000" cy="6858000"/>
  <p:notesSz cx="6735763" cy="9869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1523" autoAdjust="0"/>
  </p:normalViewPr>
  <p:slideViewPr>
    <p:cSldViewPr snapToGrid="0">
      <p:cViewPr varScale="1">
        <p:scale>
          <a:sx n="66" d="100"/>
          <a:sy n="66" d="100"/>
        </p:scale>
        <p:origin x="7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5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9691"/>
            <a:ext cx="5388610" cy="38861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sper" panose="02000506000000020004"/>
              </a:defRPr>
            </a:lvl1pPr>
            <a:lvl2pPr>
              <a:defRPr>
                <a:latin typeface="Casper" panose="02000506000000020004"/>
              </a:defRPr>
            </a:lvl2pPr>
            <a:lvl3pPr>
              <a:defRPr>
                <a:latin typeface="Casper" panose="02000506000000020004"/>
              </a:defRPr>
            </a:lvl3pPr>
            <a:lvl4pPr>
              <a:defRPr>
                <a:latin typeface="Casper" panose="02000506000000020004"/>
              </a:defRPr>
            </a:lvl4pPr>
            <a:lvl5pPr>
              <a:defRPr>
                <a:latin typeface="Casper" panose="0200050600000002000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75873" y="109346"/>
            <a:ext cx="2482468" cy="9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84595" y="1849246"/>
            <a:ext cx="9832638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800" b="1" dirty="0"/>
              <a:t>AZURE DATA FUNDAMENTALS</a:t>
            </a:r>
            <a:br>
              <a:rPr lang="en-US" sz="3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/>
              <a:t>Microsoft Certified: DP-900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EF025C-DD30-CCAF-66DA-F2F9130E5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461" y="4080584"/>
            <a:ext cx="4562861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Student Name: </a:t>
            </a:r>
            <a:r>
              <a:rPr lang="en-IN" sz="2000" dirty="0"/>
              <a:t>Om Singh</a:t>
            </a: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UID: </a:t>
            </a:r>
            <a:r>
              <a:rPr lang="en-IN" sz="2000" dirty="0"/>
              <a:t>23BDA70214</a:t>
            </a: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000" b="1" dirty="0"/>
              <a:t>Email ID: </a:t>
            </a:r>
            <a:r>
              <a:rPr lang="en-IN" sz="2000" dirty="0"/>
              <a:t>23bda70214@cuchd.in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61"/>
            <a:ext cx="5727970" cy="973139"/>
          </a:xfrm>
        </p:spPr>
        <p:txBody>
          <a:bodyPr/>
          <a:lstStyle/>
          <a:p>
            <a:pPr algn="ctr"/>
            <a:r>
              <a:rPr lang="en-IN" dirty="0">
                <a:latin typeface="Casper Bold" panose="02000806040000020004" pitchFamily="2" charset="0"/>
                <a:cs typeface="Arial" panose="020B0604020202020204" pitchFamily="34" charset="0"/>
              </a:rPr>
              <a:t>TOPICS TO BE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27150"/>
            <a:ext cx="11525250" cy="5029200"/>
          </a:xfrm>
        </p:spPr>
        <p:txBody>
          <a:bodyPr>
            <a:normAutofit/>
          </a:bodyPr>
          <a:lstStyle/>
          <a:p>
            <a:pPr marL="342900" indent="-342900" algn="just">
              <a:buAutoNum type="arabicPeriod"/>
            </a:pPr>
            <a:r>
              <a:rPr lang="en-IN" sz="2400" dirty="0"/>
              <a:t>Introduction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About Technology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Weekly Schedule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Certification Done</a:t>
            </a:r>
          </a:p>
          <a:p>
            <a:pPr marL="342900" indent="-342900" algn="just">
              <a:buAutoNum type="arabicPeriod"/>
            </a:pPr>
            <a:r>
              <a:rPr lang="en-IN" sz="2400" dirty="0"/>
              <a:t>Conclusion and Future Scope</a:t>
            </a:r>
          </a:p>
          <a:p>
            <a:pPr marL="342900" indent="-342900" algn="just">
              <a:buAutoNum type="arabicPeriod"/>
            </a:pPr>
            <a:r>
              <a:rPr lang="en-IN" sz="2400" dirty="0">
                <a:latin typeface="Casper" panose="02000506000000020004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16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Casper" panose="02000506000000020004"/>
                <a:cs typeface="Times New Roman" panose="02020603050405020304" pitchFamily="18" charset="0"/>
              </a:rPr>
              <a:t>Introduction</a:t>
            </a:r>
            <a:endParaRPr lang="en-IN" dirty="0">
              <a:latin typeface="Casper" panose="02000506000000020004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634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• Azure Data Fundamentals (DP-900) is a beginner-level certification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• Demonstrates foundational knowledge of core data concepts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• Covers Microsoft Azure data services and cloud data solutions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• Ideal for candidates beginning to work with data in the cloud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• 45-minute exam with multiple-choice questions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• Validates understanding of relational and non-relational data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• Prepares for advanced Azure role-based certifications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88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60E2-2127-C173-DB30-B9F254AB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40D1-7B6B-8942-F844-EDC02726722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Casper" panose="02000506000000020004"/>
                <a:cs typeface="Times New Roman" panose="02020603050405020304" pitchFamily="18" charset="0"/>
              </a:rPr>
              <a:t>About Technology</a:t>
            </a:r>
            <a:endParaRPr lang="en-IN" dirty="0">
              <a:latin typeface="Casper" panose="02000506000000020004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8F726-DCC3-6FE3-A2D2-1A7B2FC2E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Core Data Concepts (25-30%):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Structured, semi-structured, and unstructured data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Data file formats (CSV, JSON, XML, Parquet, Avro)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Transactional (OLTP) and analytical (OLAP) workloads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Relational Data on Azure (20-25%):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Azure SQL Database, PostgreSQL, MySQL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Tables, normalization, SQL queries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F97F5A-03B6-1CE4-5DF3-4953974702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just" fontAlgn="base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Non-Relational Data (15-20%):</a:t>
            </a:r>
          </a:p>
          <a:p>
            <a:pPr marL="0" indent="0" algn="just" fontAlgn="base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Azure Cosmos DB, Blob Storage, Table Storage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Analytics Workload (25-30%):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Azure Synapse, Data Factory, Databricks, Power BI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4F154-110B-5BEE-CF0A-ACEBFF67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22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109B-9267-9E61-8189-A82DC00C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E94A-6D0D-C6E6-16D9-1B49ED9C394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Casper" panose="02000506000000020004"/>
                <a:cs typeface="Times New Roman" panose="02020603050405020304" pitchFamily="18" charset="0"/>
              </a:rPr>
              <a:t>Weekly Schedule</a:t>
            </a:r>
            <a:endParaRPr lang="en-IN" dirty="0">
              <a:latin typeface="Casper" panose="02000506000000020004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0796-0DFD-B9F9-AB7A-B20847F3E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Week 1: Introduction to Core Data Concepts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Data types and representations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File formats and database types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endParaRPr lang="en-IN" sz="2400" dirty="0">
              <a:latin typeface="Casper" panose="02000506000000020004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Week 2: Relational Data on Azure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Azure SQL services and database concepts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SQL queries and table operations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BF4C2A-F029-F399-613F-5119D51465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Week 3: Non-Relational Data on Azure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Azure Cosmos DB and NoSQL concepts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Azure Storage services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endParaRPr lang="en-IN" sz="2400" dirty="0">
              <a:latin typeface="Casper" panose="02000506000000020004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Week 4: Analytics Workload on Azure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Azure Synapse Analytics and ETL processes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latin typeface="Casper" panose="02000506000000020004"/>
                <a:cs typeface="Times New Roman" panose="02020603050405020304" pitchFamily="18" charset="0"/>
              </a:rPr>
              <a:t>• Power BI and data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4817B-C0E3-7088-0B4C-835FE049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80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0C51-6EB8-3A6E-7CB6-80DF75A0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F9B3-9026-6E2B-01B6-FDCC1992CD4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Casper" panose="02000506000000020004"/>
                <a:cs typeface="Times New Roman" panose="02020603050405020304" pitchFamily="18" charset="0"/>
              </a:rPr>
              <a:t> Certification Done</a:t>
            </a:r>
            <a:endParaRPr lang="en-IN" sz="4400" dirty="0">
              <a:latin typeface="Casper" panose="02000506000000020004"/>
              <a:cs typeface="Times New Roman" panose="02020603050405020304" pitchFamily="18" charset="0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FAFAD3B-CE44-F10B-45F4-FE0E35EE01B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" r="1099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83052-9BDB-4039-01A0-B0EC162A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Microsoft Certified: Azure Data Fundamentals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Certification Name: Azure Data Fundamentals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Exam Code: DP-900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Certification Level: Beginner/Fundamental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Exam Duration: 45 minutes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Exam Cost: $99 USD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Delivery Method: Online proctored through Pearson VUE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Passing Score: 700/1000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Skills Validated: Core data concepts, relational data, non-relational data, analytics workload on Azure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Preparation Time: 4 weeks of focused study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dirty="0">
                <a:latin typeface="Casper" panose="02000506000000020004"/>
                <a:cs typeface="Times New Roman" panose="02020603050405020304" pitchFamily="18" charset="0"/>
              </a:rPr>
              <a:t>• Status: Completed Successfully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38CB-2208-5F8B-E151-C49502FE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81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FEF8-A213-D7F7-7F9F-F118B169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E05A-69CA-DA23-E9A5-7BD416393B4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Casper" panose="02000506000000020004"/>
                <a:cs typeface="Times New Roman" panose="02020603050405020304" pitchFamily="18" charset="0"/>
              </a:rPr>
              <a:t>Conclusion</a:t>
            </a:r>
            <a:endParaRPr lang="en-IN" dirty="0">
              <a:latin typeface="Casper" panose="02000506000000020004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4B28B-58DC-472C-4D03-EA488AAB1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6343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Key Learnings: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Comprehensive understanding of Azure data services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Knowledge of both relational and non-relational databases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Skills in data analytics and visualization concepts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Foundation for cloud data engineering career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DFB61-4C6C-3038-6104-EC01CB29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10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41AD7-9FA9-55A5-906F-60B3271B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506B-9909-CBB3-E438-5C7952A8230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Casper" panose="02000506000000020004"/>
                <a:cs typeface="Times New Roman" panose="02020603050405020304" pitchFamily="18" charset="0"/>
              </a:rPr>
              <a:t>Future Scope</a:t>
            </a:r>
            <a:endParaRPr lang="en-IN" dirty="0">
              <a:latin typeface="Casper" panose="02000506000000020004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4EC98-E1EC-73B0-20CE-642372E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6343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Future Opportunities: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Pursue Azure Database Administrator Associate (DP-300)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Advance to Azure Data Engineer Associate (DP-203)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Explore Azure AI and Machine Learning certifications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Apply skills in real-world data projects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dirty="0">
                <a:cs typeface="Times New Roman" panose="02020603050405020304" pitchFamily="18" charset="0"/>
              </a:rPr>
              <a:t>• Career paths: Data Analyst, Data Engineer, Database Administrator</a:t>
            </a:r>
          </a:p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buNone/>
            </a:pPr>
            <a:endParaRPr lang="en-IN" sz="24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3612E-2F86-A931-6F29-FB75DDF3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12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71627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600" dirty="0"/>
              <a:t>Microsoft Learn - Azure Data Fundamentals	https://learn.microsoft.com/en-us/credentials/certifications/azure-data-fundamentals/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IN" sz="1600" dirty="0"/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600" dirty="0"/>
              <a:t>Exam DP-900 Study Guide			https://aka.ms/dp900-StudyGuide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IN" sz="1600" dirty="0"/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600" dirty="0"/>
              <a:t>Microsoft Azure Documentation		https://docs.microsoft.com/en-us/azure/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IN" sz="1600" dirty="0"/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600" dirty="0"/>
              <a:t>Azure Data Services Overview		https://azure.microsoft.com/en-us/products/category/databases/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IN" sz="1600" dirty="0"/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1600" dirty="0"/>
              <a:t>Practice Assessment for DP-900		Microsoft Learn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7162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2" descr="Rel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8020</TotalTime>
  <Words>556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Casper</vt:lpstr>
      <vt:lpstr>Casper Bold</vt:lpstr>
      <vt:lpstr>Times New Roman</vt:lpstr>
      <vt:lpstr>1_Office Theme</vt:lpstr>
      <vt:lpstr>Contents Slide Master</vt:lpstr>
      <vt:lpstr>CorelDRAW</vt:lpstr>
      <vt:lpstr>PowerPoint Presentation</vt:lpstr>
      <vt:lpstr>TOPICS TO BE COVERED</vt:lpstr>
      <vt:lpstr> Introduction</vt:lpstr>
      <vt:lpstr> About Technology</vt:lpstr>
      <vt:lpstr> Weekly Schedule</vt:lpstr>
      <vt:lpstr> Certification Done</vt:lpstr>
      <vt:lpstr> Conclusion</vt:lpstr>
      <vt:lpstr> 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Om Singh</cp:lastModifiedBy>
  <cp:revision>182</cp:revision>
  <cp:lastPrinted>2019-07-10T09:38:27Z</cp:lastPrinted>
  <dcterms:created xsi:type="dcterms:W3CDTF">2019-01-09T10:33:58Z</dcterms:created>
  <dcterms:modified xsi:type="dcterms:W3CDTF">2025-11-11T17:11:23Z</dcterms:modified>
</cp:coreProperties>
</file>